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「為什麼媽媽你今天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不用在公司？」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竹科孩子在晚上8:30看到媽媽提早回家時，脫口而出的疑問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3017520"/>
            <a:ext cx="1828800" cy="10972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108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工作-家庭失衡困境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0" y="3017520"/>
            <a:ext cx="1828800" cy="10972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3108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54.5%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5760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時間貧窮痛點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0" y="3017520"/>
            <a:ext cx="1828800" cy="10972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3108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94360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家庭關係危機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赤土崎全齡社福樞紐 — 解決竹科家庭「時間貧窮」的整合方案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報告人：蔡秀吉 | 資料來源：11篇竹科家庭質性研究分析（2021-2025）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竹科家庭的痛點不是「缺服務」而是「服務分散」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solidFill>
            <a:srgbClr val="FFF3E0"/>
          </a:solidFill>
          <a:ln w="38100">
            <a:solidFill>
              <a:srgbClr val="FF6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「如同被鐵網困住的倉鼠」
</a:t>
            </a:r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鏡週刊深度報導，2025年6月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痛點分類矩陣（11篇文章分析）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640080" cy="2743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11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54.5%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時間類：接送、通勤、等待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640080" cy="2743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774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關係類：夫妻衝突、親子疏離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640080" cy="2743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432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健康類：慢性病、心理健康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640080" cy="2743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08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資源類：服務分散、托育不足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一天的動線地圖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0" y="1280160"/>
            <a:ext cx="3657600" cy="365760"/>
          </a:xfrm>
          <a:prstGeom prst="rect">
            <a:avLst/>
          </a:prstGeom>
          <a:solidFill>
            <a:srgbClr val="FFF3E0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1325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07:00 東區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1325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送長輩至日照中心（8公里）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1737360"/>
            <a:ext cx="3657600" cy="365760"/>
          </a:xfrm>
          <a:prstGeom prst="rect">
            <a:avLst/>
          </a:prstGeom>
          <a:solidFill>
            <a:srgbClr val="FFF3E0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07:30 北區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1783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送幼兒至托育中心（6公里）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2194560"/>
            <a:ext cx="3657600" cy="365760"/>
          </a:xfrm>
          <a:prstGeom prst="rect">
            <a:avLst/>
          </a:prstGeom>
          <a:solidFill>
            <a:srgbClr val="FFF3E0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240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08:00 竹科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到公司上班（5公里）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2651760"/>
            <a:ext cx="3657600" cy="365760"/>
          </a:xfrm>
          <a:prstGeom prst="rect">
            <a:avLst/>
          </a:prstGeom>
          <a:solidFill>
            <a:srgbClr val="FFF3E0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697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17:00 北區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0" y="2697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接小孩放學（5公里）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0" y="3108960"/>
            <a:ext cx="3657600" cy="365760"/>
          </a:xfrm>
          <a:prstGeom prst="rect">
            <a:avLst/>
          </a:prstGeom>
          <a:solidFill>
            <a:srgbClr val="FFF3E0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17:30 東區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8368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接長輩回家（6公里）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0" y="3566160"/>
            <a:ext cx="3657600" cy="365760"/>
          </a:xfrm>
          <a:prstGeom prst="rect">
            <a:avLst/>
          </a:prstGeom>
          <a:solidFill>
            <a:srgbClr val="FFF3E0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3611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18:30 回家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58368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終於到家（2公里）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0" y="4023360"/>
            <a:ext cx="3657600" cy="4572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每日總計：32公里 | 2小時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資料來源：hackathon_data_summary.md（痛點分類Line 34-44）| 紮根理論三層編碼分析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赤土崎全齡社福樞紐：用「一館」解決「三代」的時間貧窮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200400" cy="4572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4F 青少年活動中心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30-40人 | 17:00-21:00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200400" cy="4572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3F 家庭支持服務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20-30人 | 18:00-21:00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3200400" cy="4572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574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 公共托嬰中心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24028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40-50人 | 07:30-17:30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3200400" cy="4572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060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1F 長照日照中心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278892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50-60人 | 09:00-17:00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3200400" cy="45720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5468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 停車場+設備層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33756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30車位 | 全日開放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0" y="1371600"/>
            <a:ext cx="1645920" cy="1097280"/>
          </a:xfrm>
          <a:prstGeom prst="rect">
            <a:avLst/>
          </a:prstGeom>
          <a:solidFill>
            <a:srgbClr val="E8F5E9"/>
          </a:solidFill>
          <a:ln w="38100">
            <a:solidFill>
              <a:srgbClr val="00A6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3,100 m²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114800" y="1965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總樓地板面積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(940坪)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1371600"/>
            <a:ext cx="1645920" cy="1097280"/>
          </a:xfrm>
          <a:prstGeom prst="rect">
            <a:avLst/>
          </a:prstGeom>
          <a:solidFill>
            <a:srgbClr val="E8F5E9"/>
          </a:solidFill>
          <a:ln w="38100">
            <a:solidFill>
              <a:srgbClr val="00A6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B1+4F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943600" y="1965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5層建築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整合設計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0" y="2743200"/>
            <a:ext cx="1645920" cy="1097280"/>
          </a:xfrm>
          <a:prstGeom prst="rect">
            <a:avLst/>
          </a:prstGeom>
          <a:solidFill>
            <a:srgbClr val="E8F5E9"/>
          </a:solidFill>
          <a:ln w="38100">
            <a:solidFill>
              <a:srgbClr val="00A6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2880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140-180人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114800" y="3337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每日服務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0" y="2743200"/>
            <a:ext cx="1645920" cy="1097280"/>
          </a:xfrm>
          <a:prstGeom prst="rect">
            <a:avLst/>
          </a:prstGeom>
          <a:solidFill>
            <a:srgbClr val="E8F5E9"/>
          </a:solidFill>
          <a:ln w="38100">
            <a:solidFill>
              <a:srgbClr val="00A6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2880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29人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943600" y="3337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專業工作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團隊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台灣首創：失智日照 + 公托 + 青少年中心 三合一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詳細內容請參考 slide-04-*.html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10/30標案開標，設計階段影響功能的最後窗口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詳細內容請參考 slide-05-*.html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2.3億預算，月淨收入+51.9萬，SROI 1:2.04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詳細內容請參考 slide-06-*.html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新竹縣綜合社福館（2.8億，2023營運）證實模式可行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詳細內容請參考 slide-07-*.html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從標案到營運：18個月實施路徑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詳細內容請參考 slide-08-*.html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從赤土崎到全台灣：可複製的社福整合模式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詳細內容請參考 slide-09-*.html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給評審的三個理由：為什麼選擇我們？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詳細內容請參考 slide-10-*.html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赤土崎全齡社福樞紐專案團隊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赤土崎全齡社福樞紐 - 114年新竹政策黑客松</dc:title>
  <dc:subject>解決竹科家庭時間貧窮的整合方案</dc:subject>
  <dc:creator>蔡秀吉</dc:creator>
  <cp:lastModifiedBy>蔡秀吉</cp:lastModifiedBy>
  <cp:revision>1</cp:revision>
  <dcterms:created xsi:type="dcterms:W3CDTF">2025-10-22T20:48:04Z</dcterms:created>
  <dcterms:modified xsi:type="dcterms:W3CDTF">2025-10-22T20:48:04Z</dcterms:modified>
</cp:coreProperties>
</file>