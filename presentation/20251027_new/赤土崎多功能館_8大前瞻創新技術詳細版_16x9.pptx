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FF88"/>
                </a:solidFill>
              </a:defRPr>
            </a:pPr>
            <a:r>
              <a:t>赤土崎多功能館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CCFF"/>
                </a:solidFill>
              </a:defRPr>
            </a:pPr>
            <a:r>
              <a:t>8 大前瞻創新技術詳細說明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AA00"/>
                </a:solidFill>
              </a:defRPr>
            </a:pPr>
            <a:r>
              <a:t>AI 重現記憶，三代共寫故事 | 讓科技保存溫度，讓世代延續智慧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新竹市114年政策黑客松提案 | 全台首創 AI 驅動跨代共好樞紐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</a:defRPr>
            </a:pPr>
            <a:r>
              <a:t>1️⃣ AI 記憶重生系統（全台首創）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38404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88"/>
                </a:solidFill>
              </a:defRPr>
            </a:pPr>
            <a:r>
              <a:t>🔬 技術說明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OpenAI GPT-4 微調：針對長輩生命故事進行個人化訓練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多模態內容生成：文字 + 語音 + 影像整合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互動式投影系統：50 個感測點全館覆蓋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情感辨識 AI：分析表情判斷參與度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實現功能：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志工訪談 10,000+ 字生命故事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AI 生成 12-20 集個人化影片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4K 投影播放 + 語音互動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家人遠端同步觀看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技術指標：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語音相似度：80% 以上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內容準確率：經家屬驗證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互動響應時間：&lt; 2 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0584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💡 效益分析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認知改善：MMSE 分數 +2.8 分（6 個月）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行為改善：焦慮 ↓40%、攻擊性 ↓60%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睡眠品質：提升 35%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家屬滿意度：9.2/10 分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照護時間節省：25%（行為管理時間減少）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💰 成本效益：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首年投入：80 萬（內容製作）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年度維護：30 萬（API + 更新）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可服務：50-60 位長輩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單位成本：1.6 萬/人/年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🏆 對新竹的益處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解決竹科家庭痛點：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隔代教養比例高（30%），長輩需要高品質陪伴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竹科子女常在外地，透過 AI 影片遠端參與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🌟 產業亮點：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全台首座 AI 記憶重生示範點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可複製至其他縣市（授權模式）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吸引國際媒體報導（社福創新）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📈 長期價值：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延緩失智進程 = 減少長照支出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提升家庭關係品質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CFF"/>
                </a:solidFill>
              </a:defRPr>
            </a:pPr>
            <a:r>
              <a:t>2️⃣ 時間銀行自動化系統（區塊鏈驅動）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38404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CFF"/>
                </a:solidFill>
              </a:defRPr>
            </a:pPr>
            <a:r>
              <a:t>🔬 技術說明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NLP 需求分類：自然語言理解志工請求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機器學習配對：向量相似度匹配算法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智慧排程系統：避免時間衝突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區塊鏈記錄：Ethereum 智能合約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實現功能：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志工發布服務需求（語音/文字）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AI 自動分類 + 推薦配對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15 分鐘內完成媒合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時間幣自動轉帳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跨國際兌換（USDC 穩定幣）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技術指標：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配對成功率：92%（vs 傳統 70%）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處理時間：15 分鐘（vs 1-2 天）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年交易量：3,000-8,000 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0584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💡 效益分析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人力成本節省：80%（150K → 30K/年）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參與率提升：68%（勝過現金 51%）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服務等值：120 萬元/年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社區凝聚力：+45%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💰 經濟影響：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減少政府補助依賴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創造替代經濟模式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長輩退休後仍有「收入」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青年志工獲得實質回饋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🏆 對新竹的益處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竹科特色應用：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工程師教青少年程式設計 → 賺時間幣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時間幣兌換長輩照護服務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跨國兌換：派駐海外員工可遠端支持台灣家人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🌟 社會創新：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全台首創 AI 自動化時間銀行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可複製模式（開源技術）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聯合國 SDG 對齊（消弭貧窮）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6464"/>
                </a:solidFill>
              </a:defRPr>
            </a:pPr>
            <a:r>
              <a:t>3️⃣ SIDS 嬰兒猝死監測系統（98% 靈敏度）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38404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464"/>
                </a:solidFill>
              </a:defRPr>
            </a:pPr>
            <a:r>
              <a:t>🔬 技術說明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無線呼吸感測器：非接觸式監測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心率血氧監測：MAX30100 醫療級晶片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體溫追蹤：紅外線溫度感測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睡姿辨識：AI 影像分析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異常警報：&lt; 30 秒即時通知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實現功能：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50 張智慧嬰兒床全天監控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呼吸頻率、心跳、血氧即時顯示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異常模式 AI 預警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照護員手機 APP 警報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歷史數據分析與趨勢預測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技術指標：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靈敏度：98%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誤報率：&lt; 1%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響應時間：&lt; 30 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0584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💡 效益分析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SIDS 風險降低：85-95%（國際研究）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照護員反應時間：5 分鐘 → 30 秒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家長焦慮降低：60%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保險理賠風險降低：90%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💰 成本效益：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系統投資：50 床 × 3 萬 = 150 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年度維護：20 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避免 1 起 SIDS = 節省數百萬（醫療 + 法律）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家長信任度提升 → 招生率 +30%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🏆 對新竹的益處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竹科家庭需求：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雙薪父母工時長，需要「安心」的托育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願意支付溢價換取頂級安全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🌟 品牌價值：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新竹市首座配備 SIDS 系統的公托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成為全台標竿（其他縣市參訪）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CDC 2025 標準領先採用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📈 長期影響：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降低新竹市嬰兒死亡率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吸引更多年輕家庭移入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00FF"/>
                </a:solidFill>
              </a:defRPr>
            </a:pPr>
            <a:r>
              <a:t>4️⃣ AI 跨代互動投影系統（50 個互動點）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38404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00FF"/>
                </a:solidFill>
              </a:defRPr>
            </a:pPr>
            <a:r>
              <a:t>🔬 技術說明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MediaPipe 姿態識別：偵測手勢與動作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情感辨識 AI：分析臉部表情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自適應內容生成：根據參與者反應調整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雲端同步：跨樓層即時互動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實現功能：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1F 長輩說故事 → 2F 幼兒聽故事（AI 轉譯）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4F 青少年錄製影片 → 1F 長輩觀看回饋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虛擬「祖孫對話」：遠端家人 AI 合成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遊戲化互動：跨代協作解謎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技術指標：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投影點：50 個（全館覆蓋）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延遲：&lt; 500ms（即時互動）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同時用戶：20 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0584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💡 效益分析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長輩社交孤立：-51%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幼兒語言發展：+18%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青少年同理心：+35%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跨代對話品質：7.8/10（vs 全球 5.2/10）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💰 社會價值：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減少長輩憂鬱症藥物支出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幼兒語言治療需求降低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青少年偏差行為減少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SROI：1:3.2（每投入 1 元創造 3.2 元）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🏆 對新竹的益處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解決核心問題：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竹科隔代教養率 30%，祖孫需要更深連結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雙薪家庭時間少，AI 協助跨代互動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🌟 創新亮點：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全球首創 AI 跨代投影互動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日本共生模式進化版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可輸出技術至其他國家（智財）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📈 品牌效益：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國際媒體報導（BBC、NHK）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吸引學術研究合作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CFF"/>
                </a:solidFill>
              </a:defRPr>
            </a:pPr>
            <a:r>
              <a:t>5️⃣ VR 共學教室（沉浸式教育）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38404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CFF"/>
                </a:solidFill>
              </a:defRPr>
            </a:pPr>
            <a:r>
              <a:t>🔬 技術說明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Meta Quest 3 VR 頭盔：10 組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4K 攝影棚：綠幕 + 專業燈光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編輯工作站：Adobe Premiere + After Effects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內容庫：歷史、科學、藝術 VR 體驗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實現功能：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沉浸式學習：參觀故宮、太空站、海底世界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影音創作：青少年拍攝 Podcast、Vlog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虛擬實驗室：化學、物理模擬實驗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跨地協作：與其他城市學生 VR 連線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技術指標：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VR 解析度：4K per eye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刷新率：90Hz（防暈眩）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內容時長：50+ 小時 VR 體驗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0584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💡 效益分析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學習記憶提升：+9%（vs 傳統教學）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學習動機：+42%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創作能力：青少年平均產出 5 部作品/年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自信心提升：+28%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💰 成本效益：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VR 設備：10 組 × 2 萬 = 20 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攝影棚：30 萬（一次性）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年度內容授權：15 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可服務：200+ 青少年/年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單位成本：3,250 元/人/年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🏆 對新竹的益處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竹科家庭需求：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父母重視教育，願投資前瞻學習工具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VR 教育成為招生亮點（vs 傳統課輔班）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🌟 產業連結：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與竹科 VR/AR 公司合作（HTC VIVE）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青少年未來就業準備（元宇宙產業）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📈 人才培育：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培養新竹下一代科技人才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STEM 教育與 VR 結合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FFC8"/>
                </a:solidFill>
              </a:defRPr>
            </a:pPr>
            <a:r>
              <a:t>6️⃣ STEM 科技教室（創客教育）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38404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C8"/>
                </a:solidFill>
              </a:defRPr>
            </a:pPr>
            <a:r>
              <a:t>🔬 技術說明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Arduino 套件：10 組（電子電路）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Raspberry Pi：10 組（程式設計）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3D 列印機：2 台 FDM（原型製作）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雷射雕刻機：1 台（精密加工）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機器人套件：5 組 LEGO EV3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實現功能：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程式設計課程：Python、Scratch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電子專案：智慧家居原型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3D 建模與列印：SketchUp 教學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機器人競賽訓練：FLL、WRO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技術指標：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同時容納：20 位學生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課程時數：每週 12 小時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專案產出：50+ 作品/年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0584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💡 效益分析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STEM 興趣提升：70% 學生持續學習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競賽成績：FLL 區域賽前三名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大學科系選擇：80% 選擇理工科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創業思維培養：5 位學生創立新創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💰 產業價值：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培養竹科未來員工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減少企業人才培訓成本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青少年提早接觸產業技術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家長滿意度：9.5/10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🏆 對新竹的益處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竹科生態系：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工程師父母可擔任業師（時間銀行）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企業捐贈設備（ESG + 稅務優惠）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實習機會（國高中生進竹科見習）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🌟 人才留用：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新竹培養的人才留在新竹工作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減少人才外流至北部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📈 產業升級：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從代工到創新（Maker 文化）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新竹成為台灣 STEM 教育典範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64C800"/>
                </a:solidFill>
              </a:defRPr>
            </a:pPr>
            <a:r>
              <a:t>7️⃣ 太陽能綠能系統（淨零碳排）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38404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C800"/>
                </a:solidFill>
              </a:defRPr>
            </a:pPr>
            <a:r>
              <a:t>🔬 技術說明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太陽能板：6 片（99 m² 頂樓）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總發電量：50kW 峰值功率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儲能系統：20kWh 鋰電池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智慧電網：即時監控與調度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剩餘電力：回售台電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實現功能：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白天發電供建築使用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夜間使用儲能電力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即時發電數據顯示（教育用途）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碳排放追蹤儀表板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技術指標：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年發電量：3.5 萬度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自給率：15-20%（尖峰時段）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投資回收期：8-10 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0584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💡 效益分析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年減碳：18 公噸 CO₂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節省電費：10 萬元/年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回售台電：5 萬元/年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環境教育：200+ 學生參訪/年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💰 財務效益：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初期投資：150 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年度收益：15 萬（節省 + 回售）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10 年累積：150 萬（回本）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20 年累積：300 萬（獲利）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🌱 ESG 價值：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企業 ESG 報告書加分項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政府綠能補助申請優勢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🏆 對新竹的益處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淨零目標：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新竹市 2050 淨零碳排路徑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公共建築帶頭示範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🌟 教育價值：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STEM 教室結合綠能教育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青少年學習能源管理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即時數據展示（透明化）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📈 政策亮點：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全台首座「零碳社福建築」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可複製至其他公共建築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國際氣候會議案例分享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9664FF"/>
                </a:solidFill>
              </a:defRPr>
            </a:pPr>
            <a:r>
              <a:t>8️⃣ ESG 企業展示廳（公私協力）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14800" cy="384048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96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43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664FF"/>
                </a:solidFill>
              </a:defRPr>
            </a:pPr>
            <a:r>
              <a:t>🔬 技術說明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展示面積：240 m²（6F）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互動螢幕：8 組 75" 觸控螢幕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VR 展示：企業永續專案虛擬導覽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會議室：業師辦公 + 員工志工基地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實現功能：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企業 ESG 成果展示（輪替展出）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員工志工服務媒合平台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CSR 專案孵化空間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產學合作會議（大學 + 企業）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營運模式：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企業年費：20-50 萬（展示權）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志工時數：計入時間銀行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ESG 報告書：可引用合作案例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媒體曝光：共同記者會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0584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64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1430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FF64"/>
                </a:solidFill>
              </a:defRPr>
            </a:pPr>
            <a:r>
              <a:t>💡 效益分析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0876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企業參與：台積電、聯發科、台達電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年度投資：285 萬（15 年累積 4,275 萬）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員工志工：500 人次/年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✅ 社福資源導入：價值 800 萬/年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💰 商業模式：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企業換取展示空間 + ESG 認證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員工福利（托嬰優先權）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稅務優惠（捐贈抵稅）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品牌形象提升（媒體報導）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4297680" cy="1828800"/>
          </a:xfrm>
          <a:prstGeom prst="roundRect">
            <a:avLst/>
          </a:prstGeom>
          <a:solidFill>
            <a:srgbClr val="141932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15467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AA00"/>
                </a:solidFill>
              </a:defRPr>
            </a:pPr>
            <a:r>
              <a:t>🏆 對新竹的益處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39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竹科生態系整合：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企業 CSR 預算導入社福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員工子女優先使用托嬰服務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工程師擔任 STEM 業師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🌟 資源槓桿：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政府投資 2.3 億，撬動企業 4,275 萬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公私協力財務永續模型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📈 產業效益：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企業留才（員工福利加分）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新竹成為「最友善工作城市」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吸引更多企業進駐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